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Compare Business vs Entertainment datasets</a:t>
            </a:r>
          </a:p>
          <a:p>
            <a:r>
              <a:t>Business Project: Telecom Customer Churn Analysis</a:t>
            </a:r>
          </a:p>
          <a:p>
            <a:r>
              <a:t>Entertainment Project: Movies &amp; TV Content Analysis</a:t>
            </a:r>
          </a:p>
          <a:p>
            <a:r>
              <a:t>Tools: Python, Pandas, NumPy, Seaborn,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Characteristics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Data: Structured, numeric, customer-level</a:t>
            </a:r>
          </a:p>
          <a:p>
            <a:r>
              <a:t>Key columns: Tenure, Charges, Churn</a:t>
            </a:r>
          </a:p>
          <a:p>
            <a:r>
              <a:t>Entertainment Data: Semi-structured, text-heavy</a:t>
            </a:r>
          </a:p>
          <a:p>
            <a:r>
              <a:t>Key columns: Type, Genre, Country, Date Added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Telecom: Tenure groups, Avg Monthly Spend, Encoding</a:t>
            </a:r>
          </a:p>
          <a:p>
            <a:r>
              <a:t>Focused on prediction-ready features</a:t>
            </a:r>
          </a:p>
          <a:p>
            <a:r>
              <a:t>Entertainment: Release decade, Content type, Top countries</a:t>
            </a:r>
          </a:p>
          <a:p>
            <a:r>
              <a:t>Focused on trends and popularity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Telecom: Churn distribution, Boxplots, Correlation heatmap</a:t>
            </a:r>
          </a:p>
          <a:p>
            <a:r>
              <a:t>Helps identify churn drivers</a:t>
            </a:r>
          </a:p>
          <a:p>
            <a:r>
              <a:t>Entertainment: Pie charts, Line plots, Genre bar charts</a:t>
            </a:r>
          </a:p>
          <a:p>
            <a:r>
              <a:t>Helps understand content trends and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tools can solve different business problems</a:t>
            </a:r>
          </a:p>
          <a:p>
            <a:r>
              <a:t>Data context defines features and visualizations</a:t>
            </a:r>
          </a:p>
          <a:p>
            <a:r>
              <a:t>Business data focuses on decisions &amp; prediction</a:t>
            </a:r>
          </a:p>
          <a:p>
            <a:r>
              <a:t>Entertainment data focuses on trends &amp; audience preference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